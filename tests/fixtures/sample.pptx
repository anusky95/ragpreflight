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Retrieval Augmented Generation improves LLM accuracy by grounding answers in your documents.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Embed your documents</a:t>
            </a:r>
          </a:p>
          <a:p>
            <a:r>
              <a:t>2. Store in a vector database</a:t>
            </a:r>
          </a:p>
          <a:p>
            <a:r>
              <a:t>3. Retrieve relevant chunks</a:t>
            </a:r>
          </a:p>
          <a:p>
            <a:r>
              <a:t>4. Pass to LLM as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OCR errors, encoding issues, near-duplicate documents, and poor chunking all cause hallucinations.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Pipeline Overview</dc:title>
  <dc:subject/>
  <dc:creator>Data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